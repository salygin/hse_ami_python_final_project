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latin typeface="Arial"/>
              </a:defRPr>
            </a:pPr>
            <a:r>
              <a:t>Заголовок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128000" y="6350000"/>
            <a:ext cx="762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Заголовок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Мелкий текст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0" y="6350000"/>
            <a:ext cx="762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Заголовок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</a:p>
          <a:p>
            <a:pPr>
              <a:defRPr sz="1400"/>
              <a:buAutoNum type="arabicPeriod"/>
            </a:pPr>
            <a:r>
              <a:t>Строка 0</a:t>
            </a:r>
          </a:p>
          <a:p>
            <a:pPr>
              <a:defRPr sz="1400"/>
              <a:buChar char="•"/>
            </a:pPr>
            <a:r>
              <a:t>Строка 1</a:t>
            </a:r>
          </a:p>
          <a:p>
            <a:pPr>
              <a:defRPr sz="1400"/>
            </a:pPr>
            <a:r>
              <a:t>Строка 2</a:t>
            </a:r>
          </a:p>
          <a:p>
            <a:pPr>
              <a:defRPr sz="1400"/>
            </a:pPr>
            <a:r>
              <a:t>Строка 3</a:t>
            </a:r>
          </a:p>
          <a:p>
            <a:pPr>
              <a:defRPr sz="1400"/>
            </a:pPr>
            <a:r>
              <a:t>Строка 4</a:t>
            </a:r>
          </a:p>
          <a:p>
            <a:pPr>
              <a:defRPr sz="1400"/>
            </a:pPr>
            <a:r>
              <a:t>Строка 5</a:t>
            </a:r>
          </a:p>
          <a:p>
            <a:pPr>
              <a:defRPr sz="1400"/>
            </a:pPr>
            <a:r>
              <a:t>Строка 6</a:t>
            </a:r>
          </a:p>
          <a:p>
            <a:pPr>
              <a:defRPr sz="1400"/>
            </a:pPr>
            <a:r>
              <a:t>Строка 7</a:t>
            </a:r>
          </a:p>
          <a:p>
            <a:pPr>
              <a:defRPr sz="1400"/>
            </a:pPr>
            <a:r>
              <a:t>Строка 8</a:t>
            </a:r>
          </a:p>
          <a:p>
            <a:pPr>
              <a:defRPr sz="1400"/>
            </a:pPr>
            <a:r>
              <a:t>Строка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Заголовок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35000" y="1905000"/>
            <a:ext cx="5080000" cy="2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Один пункт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Calibri"/>
              </a:defRPr>
            </a:pPr>
            <a:r>
              <a:t>Заголовок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35000" y="1905000"/>
            <a:ext cx="5080000" cy="19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Пункт 1</a:t>
            </a:r>
          </a:p>
          <a:p>
            <a:r>
              <a:t>Пункт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4064000"/>
            <a:ext cx="5080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Одиночный список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35000" y="635000"/>
            <a:ext cx="5080000" cy="2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latin typeface="Courier New"/>
              </a:defRPr>
            </a:pPr>
            <a:r>
              <a:t>Слайд без заголовка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