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28000" y="6350000"/>
            <a:ext cx="76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Пункт 1</a:t>
            </a:r>
          </a:p>
          <a:p>
            <a:pPr>
              <a:defRPr sz="2000">
                <a:latin typeface="Arial"/>
              </a:defRPr>
            </a:pPr>
            <a:r>
              <a:t>Пункт 2</a:t>
            </a:r>
          </a:p>
          <a:p>
            <a:pPr>
              <a:defRPr sz="2000">
                <a:latin typeface="Arial"/>
              </a:defRPr>
            </a:pPr>
            <a:r>
              <a:t>Пункт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0" y="6350000"/>
            <a:ext cx="76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Пункт 1</a:t>
            </a:r>
          </a:p>
          <a:p>
            <a:pPr>
              <a:defRPr sz="2000">
                <a:latin typeface="Arial"/>
              </a:defRPr>
            </a:pPr>
            <a:r>
              <a:t>Пункт 2</a:t>
            </a:r>
          </a:p>
          <a:p>
            <a:pPr>
              <a:defRPr sz="2000">
                <a:latin typeface="Arial"/>
              </a:defRPr>
            </a:pPr>
            <a:r>
              <a:t>Пункт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0" y="6350000"/>
            <a:ext cx="76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Пункт 1</a:t>
            </a:r>
          </a:p>
          <a:p>
            <a:pPr>
              <a:defRPr sz="2000">
                <a:latin typeface="Arial"/>
              </a:defRPr>
            </a:pPr>
            <a:r>
              <a:t>Пункт 2</a:t>
            </a:r>
          </a:p>
          <a:p>
            <a:pPr>
              <a:defRPr sz="2000">
                <a:latin typeface="Arial"/>
              </a:defRPr>
            </a:pPr>
            <a:r>
              <a:t>Пункт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0" y="6350000"/>
            <a:ext cx="76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Пункт 1</a:t>
            </a:r>
          </a:p>
          <a:p>
            <a:pPr>
              <a:defRPr sz="2000">
                <a:latin typeface="Arial"/>
              </a:defRPr>
            </a:pPr>
            <a:r>
              <a:t>Пункт 2</a:t>
            </a:r>
          </a:p>
          <a:p>
            <a:pPr>
              <a:defRPr sz="2000">
                <a:latin typeface="Arial"/>
              </a:defRPr>
            </a:pPr>
            <a:r>
              <a:t>Пункт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0" y="6350000"/>
            <a:ext cx="762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