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Заголовок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0" y="6223000"/>
            <a:ext cx="1016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Заголовок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Один пункт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" y="6350000"/>
            <a:ext cx="1016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</a:p>
          <a:p>
            <a:pPr>
              <a:defRPr sz="1400"/>
              <a:buAutoNum type="arabicPeriod"/>
            </a:pPr>
            <a:r>
              <a:t>Строка 1</a:t>
            </a:r>
          </a:p>
          <a:p>
            <a:pPr>
              <a:defRPr sz="1400"/>
              <a:buChar char="•"/>
            </a:pPr>
            <a:r>
              <a:t>Строка 2</a:t>
            </a:r>
          </a:p>
          <a:p>
            <a:pPr>
              <a:defRPr sz="1400"/>
            </a:pPr>
            <a:r>
              <a:t>Строка 3</a:t>
            </a:r>
          </a:p>
          <a:p>
            <a:pPr>
              <a:defRPr sz="1400"/>
            </a:pPr>
            <a:r>
              <a:t>Строка 4</a:t>
            </a:r>
          </a:p>
          <a:p>
            <a:pPr>
              <a:defRPr sz="1400"/>
            </a:pPr>
            <a:r>
              <a:t>Строка 5</a:t>
            </a:r>
          </a:p>
          <a:p>
            <a:pPr>
              <a:defRPr sz="1400"/>
            </a:pPr>
            <a:r>
              <a:t>Строка 6</a:t>
            </a:r>
          </a:p>
          <a:p>
            <a:pPr>
              <a:defRPr sz="1400"/>
            </a:pPr>
            <a:r>
              <a:t>Строка 7</a:t>
            </a:r>
          </a:p>
          <a:p>
            <a:pPr>
              <a:defRPr sz="1400"/>
            </a:pPr>
            <a:r>
              <a:t>Строка 8</a:t>
            </a:r>
          </a:p>
          <a:p>
            <a:pPr>
              <a:defRPr sz="1400"/>
            </a:pPr>
            <a:r>
              <a:t>Строка 9</a:t>
            </a:r>
          </a:p>
          <a:p>
            <a:pPr>
              <a:defRPr sz="1400"/>
            </a:pPr>
            <a:r>
              <a:t>Строка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35000" y="635000"/>
            <a:ext cx="635000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Courier New"/>
              </a:defRPr>
            </a:pPr>
            <a:r>
              <a:t>Текст без заголовка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latin typeface="Calibri"/>
              </a:defRPr>
            </a:pPr>
            <a:r>
              <a:t>Заголовок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Первый пункт</a:t>
            </a:r>
          </a:p>
          <a:p>
            <a:pPr/>
            <a:r>
              <a:t>Второй пункт</a:t>
            </a:r>
          </a:p>
          <a:p>
            <a:pPr/>
            <a:r>
              <a:t>Одиночный список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